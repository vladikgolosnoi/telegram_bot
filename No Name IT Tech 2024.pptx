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67" r:id="rId6"/>
    <p:sldId id="266" r:id="rId7"/>
    <p:sldId id="269" r:id="rId8"/>
    <p:sldId id="271" r:id="rId9"/>
    <p:sldId id="273" r:id="rId10"/>
    <p:sldId id="270" r:id="rId11"/>
    <p:sldId id="272" r:id="rId12"/>
    <p:sldId id="265" r:id="rId13"/>
  </p:sldIdLst>
  <p:sldSz cx="18288000" cy="10287000"/>
  <p:notesSz cx="6858000" cy="9144000"/>
  <p:embeddedFontLst>
    <p:embeddedFont>
      <p:font typeface="Touvlo" panose="020B0604020202020204" charset="0"/>
      <p:regular r:id="rId15"/>
    </p:embeddedFont>
    <p:embeddedFont>
      <p:font typeface="TT Supermolot Neue Expanded Bold" panose="020B0604020202020204" charset="-52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FFFF"/>
    <a:srgbClr val="F5F5F5"/>
    <a:srgbClr val="0004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2C7CD2-272B-4E8F-8C37-A03557FCF1B0}" v="81" dt="2024-11-24T11:43:04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67" d="100"/>
          <a:sy n="67" d="100"/>
        </p:scale>
        <p:origin x="114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2ACFF-537F-4EBC-9430-C70F8541862C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191D5-F85C-428A-BD1F-974B0B19C4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39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91D5-F85C-428A-BD1F-974B0B19C42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2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91D5-F85C-428A-BD1F-974B0B19C42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054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91D5-F85C-428A-BD1F-974B0B19C42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862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638D-961D-1489-A863-3EA303DDF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64CF663-63B4-91CF-5AB6-C9172C3EC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0BB3B70-4BA1-11A2-63E3-B195759BE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86EF37-A43C-472A-F8B1-A52B28C13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91D5-F85C-428A-BD1F-974B0B19C42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324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91D5-F85C-428A-BD1F-974B0B19C42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533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91D5-F85C-428A-BD1F-974B0B19C42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905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sv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32430" y="1792125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49" y="0"/>
                </a:lnTo>
                <a:lnTo>
                  <a:pt x="12846249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1673984" y="2834586"/>
            <a:ext cx="14940031" cy="4617828"/>
          </a:xfrm>
          <a:custGeom>
            <a:avLst/>
            <a:gdLst/>
            <a:ahLst/>
            <a:cxnLst/>
            <a:rect l="l" t="t" r="r" b="b"/>
            <a:pathLst>
              <a:path w="14940031" h="4617828">
                <a:moveTo>
                  <a:pt x="0" y="0"/>
                </a:moveTo>
                <a:lnTo>
                  <a:pt x="14940032" y="0"/>
                </a:lnTo>
                <a:lnTo>
                  <a:pt x="14940032" y="4617828"/>
                </a:lnTo>
                <a:lnTo>
                  <a:pt x="0" y="4617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TextBox 4"/>
          <p:cNvSpPr txBox="1"/>
          <p:nvPr/>
        </p:nvSpPr>
        <p:spPr>
          <a:xfrm>
            <a:off x="1212481" y="3695700"/>
            <a:ext cx="15863035" cy="1737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69"/>
              </a:lnSpc>
            </a:pPr>
            <a:r>
              <a:rPr lang="en-US" sz="14000" b="1" dirty="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No Name</a:t>
            </a:r>
            <a:r>
              <a:rPr lang="ru-RU" sz="14000" b="1" dirty="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</a:t>
            </a:r>
            <a:r>
              <a:rPr lang="en-US" sz="14000" b="1" dirty="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Team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35407" y="5433163"/>
            <a:ext cx="13417182" cy="1367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21"/>
              </a:lnSpc>
            </a:pPr>
            <a:r>
              <a:rPr lang="ru-RU" sz="12402" b="1" dirty="0">
                <a:solidFill>
                  <a:srgbClr val="01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Центр-Инвест</a:t>
            </a:r>
            <a:endParaRPr lang="en-US" sz="12402" b="1" dirty="0">
              <a:solidFill>
                <a:srgbClr val="01FFFF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F0F127D3-F360-87CF-102D-6BC164A0EF43}"/>
              </a:ext>
            </a:extLst>
          </p:cNvPr>
          <p:cNvSpPr/>
          <p:nvPr/>
        </p:nvSpPr>
        <p:spPr>
          <a:xfrm>
            <a:off x="9144000" y="3281963"/>
            <a:ext cx="3567759" cy="3526983"/>
          </a:xfrm>
          <a:prstGeom prst="roundRect">
            <a:avLst>
              <a:gd name="adj" fmla="val 11953"/>
            </a:avLst>
          </a:prstGeom>
          <a:solidFill>
            <a:schemeClr val="bg1"/>
          </a:solidFill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reeform 11"/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" name="Freeform 2"/>
          <p:cNvSpPr/>
          <p:nvPr/>
        </p:nvSpPr>
        <p:spPr>
          <a:xfrm rot="-7374468">
            <a:off x="-9160240" y="-2306141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4833934" y="1469438"/>
            <a:ext cx="8620131" cy="70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ru-RU" sz="7200" b="1" dirty="0">
                <a:solidFill>
                  <a:srgbClr val="01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Наша команда</a:t>
            </a:r>
            <a:endParaRPr lang="en-US" sz="7200" b="1" dirty="0">
              <a:solidFill>
                <a:srgbClr val="01FFFF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445068" y="1028700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 flipH="1">
            <a:off x="12417868" y="1028700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7315200" y="0"/>
                </a:moveTo>
                <a:lnTo>
                  <a:pt x="0" y="0"/>
                </a:lnTo>
                <a:lnTo>
                  <a:pt x="0" y="1077329"/>
                </a:lnTo>
                <a:lnTo>
                  <a:pt x="7315200" y="10773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7" name="Group 7"/>
          <p:cNvGrpSpPr/>
          <p:nvPr/>
        </p:nvGrpSpPr>
        <p:grpSpPr>
          <a:xfrm>
            <a:off x="13669922" y="7710376"/>
            <a:ext cx="3090211" cy="647887"/>
            <a:chOff x="0" y="0"/>
            <a:chExt cx="938961" cy="1968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8961" cy="196861"/>
            </a:xfrm>
            <a:custGeom>
              <a:avLst/>
              <a:gdLst/>
              <a:ahLst/>
              <a:cxnLst/>
              <a:rect l="l" t="t" r="r" b="b"/>
              <a:pathLst>
                <a:path w="938961" h="196861">
                  <a:moveTo>
                    <a:pt x="98430" y="0"/>
                  </a:moveTo>
                  <a:lnTo>
                    <a:pt x="840531" y="0"/>
                  </a:lnTo>
                  <a:cubicBezTo>
                    <a:pt x="894892" y="0"/>
                    <a:pt x="938961" y="44069"/>
                    <a:pt x="938961" y="98430"/>
                  </a:cubicBezTo>
                  <a:lnTo>
                    <a:pt x="938961" y="98430"/>
                  </a:lnTo>
                  <a:cubicBezTo>
                    <a:pt x="938961" y="124536"/>
                    <a:pt x="928591" y="149572"/>
                    <a:pt x="910131" y="168031"/>
                  </a:cubicBezTo>
                  <a:cubicBezTo>
                    <a:pt x="891672" y="186490"/>
                    <a:pt x="866636" y="196861"/>
                    <a:pt x="840531" y="196861"/>
                  </a:cubicBezTo>
                  <a:lnTo>
                    <a:pt x="98430" y="196861"/>
                  </a:lnTo>
                  <a:cubicBezTo>
                    <a:pt x="44069" y="196861"/>
                    <a:pt x="0" y="152792"/>
                    <a:pt x="0" y="98430"/>
                  </a:cubicBezTo>
                  <a:lnTo>
                    <a:pt x="0" y="98430"/>
                  </a:lnTo>
                  <a:cubicBezTo>
                    <a:pt x="0" y="44069"/>
                    <a:pt x="44069" y="0"/>
                    <a:pt x="984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600B1">
                    <a:alpha val="42000"/>
                  </a:srgbClr>
                </a:gs>
                <a:gs pos="50000">
                  <a:srgbClr val="4ADEDD">
                    <a:alpha val="42000"/>
                  </a:srgbClr>
                </a:gs>
                <a:gs pos="100000">
                  <a:srgbClr val="FFFFFF">
                    <a:alpha val="42000"/>
                  </a:srgbClr>
                </a:gs>
              </a:gsLst>
              <a:lin ang="0"/>
            </a:gradFill>
            <a:ln w="28575" cap="rnd">
              <a:solidFill>
                <a:srgbClr val="FFFFFF">
                  <a:alpha val="4196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38961" cy="234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656969" y="7890810"/>
            <a:ext cx="3103165" cy="2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</a:pPr>
            <a:r>
              <a:rPr lang="ru-RU" sz="2300" spc="52" dirty="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Голосной Владислав</a:t>
            </a:r>
            <a:endParaRPr lang="en-US" sz="2300" spc="52" dirty="0">
              <a:solidFill>
                <a:srgbClr val="FFFFFF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29" name="Freeform 13">
            <a:extLst>
              <a:ext uri="{FF2B5EF4-FFF2-40B4-BE49-F238E27FC236}">
                <a16:creationId xmlns:a16="http://schemas.microsoft.com/office/drawing/2014/main" id="{5794EFA0-5432-4713-8DE4-B208AE496AE8}"/>
              </a:ext>
            </a:extLst>
          </p:cNvPr>
          <p:cNvSpPr/>
          <p:nvPr/>
        </p:nvSpPr>
        <p:spPr>
          <a:xfrm>
            <a:off x="581421" y="2759970"/>
            <a:ext cx="3968004" cy="6344193"/>
          </a:xfrm>
          <a:custGeom>
            <a:avLst/>
            <a:gdLst/>
            <a:ahLst/>
            <a:cxnLst/>
            <a:rect l="l" t="t" r="r" b="b"/>
            <a:pathLst>
              <a:path w="3968004" h="6344193">
                <a:moveTo>
                  <a:pt x="0" y="0"/>
                </a:moveTo>
                <a:lnTo>
                  <a:pt x="3968005" y="0"/>
                </a:lnTo>
                <a:lnTo>
                  <a:pt x="3968005" y="6344193"/>
                </a:lnTo>
                <a:lnTo>
                  <a:pt x="0" y="6344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30" name="Group 21">
            <a:extLst>
              <a:ext uri="{FF2B5EF4-FFF2-40B4-BE49-F238E27FC236}">
                <a16:creationId xmlns:a16="http://schemas.microsoft.com/office/drawing/2014/main" id="{52C9AC21-8696-40E9-971A-2957D6AA3111}"/>
              </a:ext>
            </a:extLst>
          </p:cNvPr>
          <p:cNvGrpSpPr/>
          <p:nvPr/>
        </p:nvGrpSpPr>
        <p:grpSpPr>
          <a:xfrm>
            <a:off x="1157375" y="7710376"/>
            <a:ext cx="3090211" cy="647887"/>
            <a:chOff x="0" y="0"/>
            <a:chExt cx="938961" cy="196860"/>
          </a:xfrm>
        </p:grpSpPr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123DFBCA-C78C-4C23-90A3-47FB81178CA9}"/>
                </a:ext>
              </a:extLst>
            </p:cNvPr>
            <p:cNvSpPr/>
            <p:nvPr/>
          </p:nvSpPr>
          <p:spPr>
            <a:xfrm>
              <a:off x="0" y="0"/>
              <a:ext cx="938961" cy="196861"/>
            </a:xfrm>
            <a:custGeom>
              <a:avLst/>
              <a:gdLst/>
              <a:ahLst/>
              <a:cxnLst/>
              <a:rect l="l" t="t" r="r" b="b"/>
              <a:pathLst>
                <a:path w="938961" h="196861">
                  <a:moveTo>
                    <a:pt x="98430" y="0"/>
                  </a:moveTo>
                  <a:lnTo>
                    <a:pt x="840531" y="0"/>
                  </a:lnTo>
                  <a:cubicBezTo>
                    <a:pt x="894892" y="0"/>
                    <a:pt x="938961" y="44069"/>
                    <a:pt x="938961" y="98430"/>
                  </a:cubicBezTo>
                  <a:lnTo>
                    <a:pt x="938961" y="98430"/>
                  </a:lnTo>
                  <a:cubicBezTo>
                    <a:pt x="938961" y="124536"/>
                    <a:pt x="928591" y="149572"/>
                    <a:pt x="910131" y="168031"/>
                  </a:cubicBezTo>
                  <a:cubicBezTo>
                    <a:pt x="891672" y="186490"/>
                    <a:pt x="866636" y="196861"/>
                    <a:pt x="840531" y="196861"/>
                  </a:cubicBezTo>
                  <a:lnTo>
                    <a:pt x="98430" y="196861"/>
                  </a:lnTo>
                  <a:cubicBezTo>
                    <a:pt x="44069" y="196861"/>
                    <a:pt x="0" y="152792"/>
                    <a:pt x="0" y="98430"/>
                  </a:cubicBezTo>
                  <a:lnTo>
                    <a:pt x="0" y="98430"/>
                  </a:lnTo>
                  <a:cubicBezTo>
                    <a:pt x="0" y="44069"/>
                    <a:pt x="44069" y="0"/>
                    <a:pt x="984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600B1">
                    <a:alpha val="42000"/>
                  </a:srgbClr>
                </a:gs>
                <a:gs pos="50000">
                  <a:srgbClr val="4ADEDD">
                    <a:alpha val="42000"/>
                  </a:srgbClr>
                </a:gs>
                <a:gs pos="100000">
                  <a:srgbClr val="FFFFFF">
                    <a:alpha val="42000"/>
                  </a:srgbClr>
                </a:gs>
              </a:gsLst>
              <a:lin ang="0"/>
            </a:gradFill>
            <a:ln w="28575" cap="rnd">
              <a:solidFill>
                <a:srgbClr val="FFFFFF">
                  <a:alpha val="4196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EC8F1D77-9092-46CF-A9A6-649B7ED601A6}"/>
                </a:ext>
              </a:extLst>
            </p:cNvPr>
            <p:cNvSpPr txBox="1"/>
            <p:nvPr/>
          </p:nvSpPr>
          <p:spPr>
            <a:xfrm>
              <a:off x="0" y="-38100"/>
              <a:ext cx="938961" cy="234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27">
            <a:extLst>
              <a:ext uri="{FF2B5EF4-FFF2-40B4-BE49-F238E27FC236}">
                <a16:creationId xmlns:a16="http://schemas.microsoft.com/office/drawing/2014/main" id="{02787078-1AEB-48DD-A11D-92C41053082A}"/>
              </a:ext>
            </a:extLst>
          </p:cNvPr>
          <p:cNvSpPr txBox="1"/>
          <p:nvPr/>
        </p:nvSpPr>
        <p:spPr>
          <a:xfrm>
            <a:off x="1144422" y="7890810"/>
            <a:ext cx="3103165" cy="2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</a:pPr>
            <a:r>
              <a:rPr lang="ru-RU" sz="2300" spc="52" dirty="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Парфенов Никита</a:t>
            </a:r>
            <a:endParaRPr lang="en-US" sz="2300" spc="52" dirty="0">
              <a:solidFill>
                <a:srgbClr val="FFFFFF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pic>
        <p:nvPicPr>
          <p:cNvPr id="15" name="Рисунок 14" descr="Изображение выглядит как Человеческое лицо, человек, шея, Подбородок&#10;&#10;Автоматически созданное описание">
            <a:extLst>
              <a:ext uri="{FF2B5EF4-FFF2-40B4-BE49-F238E27FC236}">
                <a16:creationId xmlns:a16="http://schemas.microsoft.com/office/drawing/2014/main" id="{13B9843C-6EF9-4DF6-81CE-58AFD28777A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62" y="3314700"/>
            <a:ext cx="3494247" cy="3494247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человек, одежда, Человеческое лицо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60123026-EE32-4ECA-8FA1-D99535381AD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2074" y="3305175"/>
            <a:ext cx="3472602" cy="4138669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13152867" y="2759970"/>
            <a:ext cx="3968004" cy="6344193"/>
          </a:xfrm>
          <a:custGeom>
            <a:avLst/>
            <a:gdLst/>
            <a:ahLst/>
            <a:cxnLst/>
            <a:rect l="l" t="t" r="r" b="b"/>
            <a:pathLst>
              <a:path w="3968004" h="6344193">
                <a:moveTo>
                  <a:pt x="0" y="0"/>
                </a:moveTo>
                <a:lnTo>
                  <a:pt x="3968005" y="0"/>
                </a:lnTo>
                <a:lnTo>
                  <a:pt x="3968005" y="6344193"/>
                </a:lnTo>
                <a:lnTo>
                  <a:pt x="0" y="6344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464B534-8972-C922-D34D-AD0654A0F0FE}"/>
              </a:ext>
            </a:extLst>
          </p:cNvPr>
          <p:cNvSpPr/>
          <p:nvPr/>
        </p:nvSpPr>
        <p:spPr>
          <a:xfrm>
            <a:off x="4889055" y="3271573"/>
            <a:ext cx="3567759" cy="3537373"/>
          </a:xfrm>
          <a:prstGeom prst="roundRect">
            <a:avLst>
              <a:gd name="adj" fmla="val 11953"/>
            </a:avLst>
          </a:prstGeom>
          <a:solidFill>
            <a:schemeClr val="bg1"/>
          </a:solidFill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BE71D2E9-3E6F-4D81-5E6E-CB64C79A97B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016" t="6281" r="6927" b="6490"/>
          <a:stretch/>
        </p:blipFill>
        <p:spPr>
          <a:xfrm>
            <a:off x="9396492" y="3457325"/>
            <a:ext cx="3127753" cy="31339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24D2A674-EAA7-419B-1A3C-BF45E5B9D55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477" t="7330" r="8738" b="9690"/>
          <a:stretch/>
        </p:blipFill>
        <p:spPr>
          <a:xfrm>
            <a:off x="5063748" y="3420098"/>
            <a:ext cx="3201931" cy="3171202"/>
          </a:xfrm>
          <a:prstGeom prst="rect">
            <a:avLst/>
          </a:prstGeom>
        </p:spPr>
      </p:pic>
      <p:sp>
        <p:nvSpPr>
          <p:cNvPr id="40" name="TextBox 3">
            <a:extLst>
              <a:ext uri="{FF2B5EF4-FFF2-40B4-BE49-F238E27FC236}">
                <a16:creationId xmlns:a16="http://schemas.microsoft.com/office/drawing/2014/main" id="{A92A0AA9-B59C-C58A-1FA6-27824B931B0E}"/>
              </a:ext>
            </a:extLst>
          </p:cNvPr>
          <p:cNvSpPr txBox="1"/>
          <p:nvPr/>
        </p:nvSpPr>
        <p:spPr>
          <a:xfrm>
            <a:off x="7430853" y="7325009"/>
            <a:ext cx="6994051" cy="15455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72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GitHub</a:t>
            </a:r>
          </a:p>
          <a:p>
            <a:pPr algn="ctr">
              <a:lnSpc>
                <a:spcPts val="4800"/>
              </a:lnSpc>
            </a:pP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  <p:sp>
        <p:nvSpPr>
          <p:cNvPr id="41" name="TextBox 3">
            <a:extLst>
              <a:ext uri="{FF2B5EF4-FFF2-40B4-BE49-F238E27FC236}">
                <a16:creationId xmlns:a16="http://schemas.microsoft.com/office/drawing/2014/main" id="{8EF93F17-D8BE-EBCF-4ADB-FEA09D9B93B8}"/>
              </a:ext>
            </a:extLst>
          </p:cNvPr>
          <p:cNvSpPr txBox="1"/>
          <p:nvPr/>
        </p:nvSpPr>
        <p:spPr>
          <a:xfrm>
            <a:off x="3841727" y="7321880"/>
            <a:ext cx="5645972" cy="7025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7200" b="1" dirty="0" err="1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TgBot</a:t>
            </a: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4">
            <a:extLst>
              <a:ext uri="{FF2B5EF4-FFF2-40B4-BE49-F238E27FC236}">
                <a16:creationId xmlns:a16="http://schemas.microsoft.com/office/drawing/2014/main" id="{8BCE160B-AF11-4FD0-840A-4E9CBC5195B3}"/>
              </a:ext>
            </a:extLst>
          </p:cNvPr>
          <p:cNvSpPr/>
          <p:nvPr/>
        </p:nvSpPr>
        <p:spPr>
          <a:xfrm rot="-6845428">
            <a:off x="11864875" y="6546129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" name="Freeform 2"/>
          <p:cNvSpPr/>
          <p:nvPr/>
        </p:nvSpPr>
        <p:spPr>
          <a:xfrm rot="-7374468">
            <a:off x="-9160243" y="-2306138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-838200" y="1272059"/>
            <a:ext cx="20421595" cy="92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ru-RU" sz="140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Стек технологий</a:t>
            </a: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  <p:sp>
        <p:nvSpPr>
          <p:cNvPr id="4" name="Freeform 4"/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B4DB838E-5769-4FA5-9542-1A5C2F9C41F1}"/>
              </a:ext>
            </a:extLst>
          </p:cNvPr>
          <p:cNvCxnSpPr>
            <a:cxnSpLocks/>
          </p:cNvCxnSpPr>
          <p:nvPr/>
        </p:nvCxnSpPr>
        <p:spPr>
          <a:xfrm>
            <a:off x="16383000" y="3390900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1FCF9C4-AB16-4EBC-88B1-D2697CCADED6}"/>
              </a:ext>
            </a:extLst>
          </p:cNvPr>
          <p:cNvCxnSpPr>
            <a:cxnSpLocks/>
          </p:cNvCxnSpPr>
          <p:nvPr/>
        </p:nvCxnSpPr>
        <p:spPr>
          <a:xfrm>
            <a:off x="16383000" y="2857500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BD00B85-1851-40F5-B3D7-192FC8FCE00D}"/>
              </a:ext>
            </a:extLst>
          </p:cNvPr>
          <p:cNvCxnSpPr>
            <a:cxnSpLocks/>
          </p:cNvCxnSpPr>
          <p:nvPr/>
        </p:nvCxnSpPr>
        <p:spPr>
          <a:xfrm>
            <a:off x="16383000" y="5748459"/>
            <a:ext cx="1905000" cy="12561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1D4A2B2-906A-48C1-9C56-88034FEE5AAC}"/>
              </a:ext>
            </a:extLst>
          </p:cNvPr>
          <p:cNvCxnSpPr>
            <a:cxnSpLocks/>
          </p:cNvCxnSpPr>
          <p:nvPr/>
        </p:nvCxnSpPr>
        <p:spPr>
          <a:xfrm>
            <a:off x="16383000" y="5215059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A5D55B3-ECF1-4318-8F80-33236EF29BEE}"/>
              </a:ext>
            </a:extLst>
          </p:cNvPr>
          <p:cNvCxnSpPr>
            <a:cxnSpLocks/>
          </p:cNvCxnSpPr>
          <p:nvPr/>
        </p:nvCxnSpPr>
        <p:spPr>
          <a:xfrm>
            <a:off x="16382999" y="8055814"/>
            <a:ext cx="2133601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12E345E3-0AC6-40A5-AA22-45002916A135}"/>
              </a:ext>
            </a:extLst>
          </p:cNvPr>
          <p:cNvCxnSpPr>
            <a:cxnSpLocks/>
          </p:cNvCxnSpPr>
          <p:nvPr/>
        </p:nvCxnSpPr>
        <p:spPr>
          <a:xfrm>
            <a:off x="16382999" y="7522414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74EC7B-0DE5-0A5F-ACC9-D468FFD2F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082" y="2564439"/>
            <a:ext cx="2857633" cy="285763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D82C778-E51B-D03B-1906-890433F77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319" y="5748459"/>
            <a:ext cx="3810681" cy="381068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9A6362E-7C01-4CD6-148A-9557E1B17E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976" y="8018428"/>
            <a:ext cx="4213919" cy="154071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FC891E9-CFF7-D060-18A9-3A3B6EC8D5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1351" y="2550935"/>
            <a:ext cx="2865912" cy="2865912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60298AEF-6E6D-6DF1-02DD-31742B814A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9424" y="5748459"/>
            <a:ext cx="3784605" cy="378460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EF10D88-4822-46F9-B1CB-3E2A757EE0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8717" y="2559215"/>
            <a:ext cx="2857632" cy="285763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04B8D9F-C418-8992-C644-1F533A8529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425" y="5774535"/>
            <a:ext cx="4200064" cy="157166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4760E15-89A0-3F0C-E124-B5C122C4EA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18329" y="6207805"/>
            <a:ext cx="2865911" cy="2865911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71EF76D2-9C68-1236-455A-DFF7E5864B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78847" y="2550936"/>
            <a:ext cx="2865912" cy="286591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4AF326D4-7D41-8FB6-3291-3A9707FC744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4987" y="2559215"/>
            <a:ext cx="2857632" cy="285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6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4">
            <a:extLst>
              <a:ext uri="{FF2B5EF4-FFF2-40B4-BE49-F238E27FC236}">
                <a16:creationId xmlns:a16="http://schemas.microsoft.com/office/drawing/2014/main" id="{8BCE160B-AF11-4FD0-840A-4E9CBC5195B3}"/>
              </a:ext>
            </a:extLst>
          </p:cNvPr>
          <p:cNvSpPr/>
          <p:nvPr/>
        </p:nvSpPr>
        <p:spPr>
          <a:xfrm rot="-6845428">
            <a:off x="11864875" y="6546129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" name="Freeform 2"/>
          <p:cNvSpPr/>
          <p:nvPr/>
        </p:nvSpPr>
        <p:spPr>
          <a:xfrm rot="-7374468">
            <a:off x="-9160242" y="-2306139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3026559" y="1272059"/>
            <a:ext cx="12234868" cy="92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ru-RU" sz="140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Проблемы</a:t>
            </a: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  <p:sp>
        <p:nvSpPr>
          <p:cNvPr id="4" name="Freeform 4"/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1581139" y="2810759"/>
            <a:ext cx="1512570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000" b="1" dirty="0">
                <a:solidFill>
                  <a:srgbClr val="FFFFFF"/>
                </a:solidFill>
                <a:latin typeface="TT Supermolot Neue Expanded Bold"/>
              </a:rPr>
              <a:t>Отсутствие структурированной информации, адаптированной под запросы пользователя</a:t>
            </a:r>
            <a:endParaRPr lang="en-US" sz="4000" b="1" dirty="0">
              <a:solidFill>
                <a:srgbClr val="FFFFFF"/>
              </a:solidFill>
              <a:latin typeface="TT Supermolot Neue Expanded Bold"/>
              <a:sym typeface="Touv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492E4-4EC2-4DB0-8C14-D6C1F5F1366C}"/>
              </a:ext>
            </a:extLst>
          </p:cNvPr>
          <p:cNvSpPr txBox="1"/>
          <p:nvPr/>
        </p:nvSpPr>
        <p:spPr>
          <a:xfrm>
            <a:off x="2085962" y="5115483"/>
            <a:ext cx="141160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FFFFFF"/>
                </a:solidFill>
                <a:latin typeface="TT Supermolot Neue Expanded Bold"/>
              </a:rPr>
              <a:t>Трудности в поиске интересных мест и событий, отвечающих интересам, локации и времени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10510-2DAF-4261-84DE-E6970742BA99}"/>
              </a:ext>
            </a:extLst>
          </p:cNvPr>
          <p:cNvSpPr txBox="1"/>
          <p:nvPr/>
        </p:nvSpPr>
        <p:spPr>
          <a:xfrm>
            <a:off x="3217424" y="7445332"/>
            <a:ext cx="117157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FFFFFF"/>
                </a:solidFill>
                <a:latin typeface="TT Supermolot Neue Expanded Bold"/>
              </a:rPr>
              <a:t>Недоступность информации о местных мероприятиях, культурных событиях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240EEF2-950F-4B7C-A639-0AE527F943AE}"/>
              </a:ext>
            </a:extLst>
          </p:cNvPr>
          <p:cNvSpPr/>
          <p:nvPr/>
        </p:nvSpPr>
        <p:spPr>
          <a:xfrm>
            <a:off x="2381244" y="2471506"/>
            <a:ext cx="13525504" cy="193225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1297D7B-AF15-487F-9477-B7E66EAFC2DD}"/>
              </a:ext>
            </a:extLst>
          </p:cNvPr>
          <p:cNvSpPr/>
          <p:nvPr/>
        </p:nvSpPr>
        <p:spPr>
          <a:xfrm>
            <a:off x="2381244" y="4794891"/>
            <a:ext cx="13525503" cy="193225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37EA560-C29E-4022-A17C-4CB8895449A1}"/>
              </a:ext>
            </a:extLst>
          </p:cNvPr>
          <p:cNvSpPr/>
          <p:nvPr/>
        </p:nvSpPr>
        <p:spPr>
          <a:xfrm>
            <a:off x="2381243" y="7140923"/>
            <a:ext cx="13525503" cy="193225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B4DB838E-5769-4FA5-9542-1A5C2F9C41F1}"/>
              </a:ext>
            </a:extLst>
          </p:cNvPr>
          <p:cNvCxnSpPr>
            <a:cxnSpLocks/>
          </p:cNvCxnSpPr>
          <p:nvPr/>
        </p:nvCxnSpPr>
        <p:spPr>
          <a:xfrm>
            <a:off x="16383000" y="3390900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1FCF9C4-AB16-4EBC-88B1-D2697CCADED6}"/>
              </a:ext>
            </a:extLst>
          </p:cNvPr>
          <p:cNvCxnSpPr>
            <a:cxnSpLocks/>
          </p:cNvCxnSpPr>
          <p:nvPr/>
        </p:nvCxnSpPr>
        <p:spPr>
          <a:xfrm>
            <a:off x="16383000" y="2857500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BD00B85-1851-40F5-B3D7-192FC8FCE00D}"/>
              </a:ext>
            </a:extLst>
          </p:cNvPr>
          <p:cNvCxnSpPr>
            <a:cxnSpLocks/>
          </p:cNvCxnSpPr>
          <p:nvPr/>
        </p:nvCxnSpPr>
        <p:spPr>
          <a:xfrm>
            <a:off x="16383000" y="5748459"/>
            <a:ext cx="1905000" cy="12561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1D4A2B2-906A-48C1-9C56-88034FEE5AAC}"/>
              </a:ext>
            </a:extLst>
          </p:cNvPr>
          <p:cNvCxnSpPr>
            <a:cxnSpLocks/>
          </p:cNvCxnSpPr>
          <p:nvPr/>
        </p:nvCxnSpPr>
        <p:spPr>
          <a:xfrm>
            <a:off x="16383000" y="5215059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A5D55B3-ECF1-4318-8F80-33236EF29BEE}"/>
              </a:ext>
            </a:extLst>
          </p:cNvPr>
          <p:cNvCxnSpPr>
            <a:cxnSpLocks/>
          </p:cNvCxnSpPr>
          <p:nvPr/>
        </p:nvCxnSpPr>
        <p:spPr>
          <a:xfrm>
            <a:off x="16382999" y="8055814"/>
            <a:ext cx="2133601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12E345E3-0AC6-40A5-AA22-45002916A135}"/>
              </a:ext>
            </a:extLst>
          </p:cNvPr>
          <p:cNvCxnSpPr>
            <a:cxnSpLocks/>
          </p:cNvCxnSpPr>
          <p:nvPr/>
        </p:nvCxnSpPr>
        <p:spPr>
          <a:xfrm>
            <a:off x="16382999" y="7522414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1701911F-DAFF-4C68-B929-0162F58CB9D0}"/>
              </a:ext>
            </a:extLst>
          </p:cNvPr>
          <p:cNvCxnSpPr/>
          <p:nvPr/>
        </p:nvCxnSpPr>
        <p:spPr>
          <a:xfrm>
            <a:off x="-152400" y="33909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87887C3D-12E5-4888-9617-5BD53BD1E4FB}"/>
              </a:ext>
            </a:extLst>
          </p:cNvPr>
          <p:cNvCxnSpPr/>
          <p:nvPr/>
        </p:nvCxnSpPr>
        <p:spPr>
          <a:xfrm>
            <a:off x="-152400" y="5753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5F16CBFE-991F-470B-9ABA-6FF8409B2A6A}"/>
              </a:ext>
            </a:extLst>
          </p:cNvPr>
          <p:cNvCxnSpPr/>
          <p:nvPr/>
        </p:nvCxnSpPr>
        <p:spPr>
          <a:xfrm>
            <a:off x="-152400" y="8039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374468">
            <a:off x="-9142676" y="-2329902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3678703" y="1127622"/>
            <a:ext cx="12234868" cy="15455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14000" b="1" dirty="0" err="1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AmalyaDev</a:t>
            </a: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  <a:p>
            <a:pPr algn="ctr">
              <a:lnSpc>
                <a:spcPts val="4800"/>
              </a:lnSpc>
            </a:pP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  <p:sp>
        <p:nvSpPr>
          <p:cNvPr id="4" name="Freeform 4"/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240EEF2-950F-4B7C-A639-0AE527F943AE}"/>
              </a:ext>
            </a:extLst>
          </p:cNvPr>
          <p:cNvSpPr/>
          <p:nvPr/>
        </p:nvSpPr>
        <p:spPr>
          <a:xfrm>
            <a:off x="12154959" y="2137409"/>
            <a:ext cx="3414513" cy="7193196"/>
          </a:xfrm>
          <a:prstGeom prst="roundRect">
            <a:avLst>
              <a:gd name="adj" fmla="val 11953"/>
            </a:avLst>
          </a:prstGeom>
          <a:solidFill>
            <a:schemeClr val="bg1"/>
          </a:solidFill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069DF38-6E22-4C2E-8CA9-E7364515D9FC}"/>
              </a:ext>
            </a:extLst>
          </p:cNvPr>
          <p:cNvCxnSpPr>
            <a:cxnSpLocks/>
          </p:cNvCxnSpPr>
          <p:nvPr/>
        </p:nvCxnSpPr>
        <p:spPr>
          <a:xfrm>
            <a:off x="-152400" y="3423745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194722C-6BDA-4857-8741-AF49FBFF4D5A}"/>
              </a:ext>
            </a:extLst>
          </p:cNvPr>
          <p:cNvCxnSpPr/>
          <p:nvPr/>
        </p:nvCxnSpPr>
        <p:spPr>
          <a:xfrm>
            <a:off x="-152400" y="5753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57ECB56-4099-4329-911A-180C81DB91A9}"/>
              </a:ext>
            </a:extLst>
          </p:cNvPr>
          <p:cNvCxnSpPr/>
          <p:nvPr/>
        </p:nvCxnSpPr>
        <p:spPr>
          <a:xfrm>
            <a:off x="-152400" y="8100478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65365BC-2372-4CE7-B263-90D26047D9A0}"/>
              </a:ext>
            </a:extLst>
          </p:cNvPr>
          <p:cNvCxnSpPr>
            <a:cxnSpLocks/>
          </p:cNvCxnSpPr>
          <p:nvPr/>
        </p:nvCxnSpPr>
        <p:spPr>
          <a:xfrm>
            <a:off x="16306800" y="3423745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AE38EC9-3AFB-4B1A-A06E-7F3DC3EBFE18}"/>
              </a:ext>
            </a:extLst>
          </p:cNvPr>
          <p:cNvCxnSpPr>
            <a:cxnSpLocks/>
          </p:cNvCxnSpPr>
          <p:nvPr/>
        </p:nvCxnSpPr>
        <p:spPr>
          <a:xfrm>
            <a:off x="16306800" y="2890345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992707D-228F-4BCA-9E75-E83A281D9AEA}"/>
              </a:ext>
            </a:extLst>
          </p:cNvPr>
          <p:cNvCxnSpPr>
            <a:cxnSpLocks/>
          </p:cNvCxnSpPr>
          <p:nvPr/>
        </p:nvCxnSpPr>
        <p:spPr>
          <a:xfrm>
            <a:off x="16306800" y="5753100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EDD81B5-91DA-4CBF-B249-017FC9C5D0BE}"/>
              </a:ext>
            </a:extLst>
          </p:cNvPr>
          <p:cNvCxnSpPr>
            <a:cxnSpLocks/>
          </p:cNvCxnSpPr>
          <p:nvPr/>
        </p:nvCxnSpPr>
        <p:spPr>
          <a:xfrm>
            <a:off x="16306800" y="5219700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C655879-AA80-416B-8977-1E7061C1375F}"/>
              </a:ext>
            </a:extLst>
          </p:cNvPr>
          <p:cNvCxnSpPr>
            <a:cxnSpLocks/>
          </p:cNvCxnSpPr>
          <p:nvPr/>
        </p:nvCxnSpPr>
        <p:spPr>
          <a:xfrm>
            <a:off x="16306800" y="8103476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5CEA0C7-D1DD-4692-A22D-FBD5CB9D0A9C}"/>
              </a:ext>
            </a:extLst>
          </p:cNvPr>
          <p:cNvCxnSpPr>
            <a:cxnSpLocks/>
          </p:cNvCxnSpPr>
          <p:nvPr/>
        </p:nvCxnSpPr>
        <p:spPr>
          <a:xfrm>
            <a:off x="16306800" y="7570076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DC19F96E-470B-4837-8671-44B42791C309}"/>
              </a:ext>
            </a:extLst>
          </p:cNvPr>
          <p:cNvSpPr/>
          <p:nvPr/>
        </p:nvSpPr>
        <p:spPr>
          <a:xfrm>
            <a:off x="2232294" y="2448293"/>
            <a:ext cx="4071445" cy="184063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1DB0639-5D72-4BA5-87E8-A82E111E849E}"/>
              </a:ext>
            </a:extLst>
          </p:cNvPr>
          <p:cNvSpPr/>
          <p:nvPr/>
        </p:nvSpPr>
        <p:spPr>
          <a:xfrm>
            <a:off x="2265245" y="4832780"/>
            <a:ext cx="4038488" cy="184063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1C6BA19-223F-43EA-AAD2-ADC004DCCFDB}"/>
              </a:ext>
            </a:extLst>
          </p:cNvPr>
          <p:cNvSpPr/>
          <p:nvPr/>
        </p:nvSpPr>
        <p:spPr>
          <a:xfrm>
            <a:off x="2265244" y="7217267"/>
            <a:ext cx="4038488" cy="184063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DF4EA807-118A-42D3-B0C9-1DEBD9E5A41F}"/>
              </a:ext>
            </a:extLst>
          </p:cNvPr>
          <p:cNvCxnSpPr>
            <a:cxnSpLocks/>
          </p:cNvCxnSpPr>
          <p:nvPr/>
        </p:nvCxnSpPr>
        <p:spPr>
          <a:xfrm>
            <a:off x="6426678" y="3345096"/>
            <a:ext cx="378108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86FB8B7D-378F-41BD-A061-56C2F9D415F5}"/>
              </a:ext>
            </a:extLst>
          </p:cNvPr>
          <p:cNvCxnSpPr>
            <a:cxnSpLocks/>
          </p:cNvCxnSpPr>
          <p:nvPr/>
        </p:nvCxnSpPr>
        <p:spPr>
          <a:xfrm>
            <a:off x="6426678" y="8153316"/>
            <a:ext cx="378108" cy="1947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2E74F26D-F5F6-496B-81DF-6A5F68F4036D}"/>
              </a:ext>
            </a:extLst>
          </p:cNvPr>
          <p:cNvCxnSpPr>
            <a:cxnSpLocks/>
          </p:cNvCxnSpPr>
          <p:nvPr/>
        </p:nvCxnSpPr>
        <p:spPr>
          <a:xfrm>
            <a:off x="6781800" y="3345096"/>
            <a:ext cx="0" cy="480822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0A3BC2FC-FAEA-409F-9C38-3DCF67FF7EC6}"/>
              </a:ext>
            </a:extLst>
          </p:cNvPr>
          <p:cNvCxnSpPr>
            <a:cxnSpLocks/>
          </p:cNvCxnSpPr>
          <p:nvPr/>
        </p:nvCxnSpPr>
        <p:spPr>
          <a:xfrm>
            <a:off x="6490518" y="5718809"/>
            <a:ext cx="1662882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22312AC-1AC0-40DC-8C54-AD59D756B649}"/>
              </a:ext>
            </a:extLst>
          </p:cNvPr>
          <p:cNvSpPr txBox="1"/>
          <p:nvPr/>
        </p:nvSpPr>
        <p:spPr>
          <a:xfrm>
            <a:off x="2318792" y="2744931"/>
            <a:ext cx="41614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FFFFFF"/>
                </a:solidFill>
                <a:latin typeface="TT Supermolot Neue Expanded Bold"/>
              </a:rPr>
              <a:t>/events</a:t>
            </a:r>
            <a:endParaRPr lang="ru-RU" sz="7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FA13A9-E99A-4C36-A232-F0C1372BDCAD}"/>
              </a:ext>
            </a:extLst>
          </p:cNvPr>
          <p:cNvSpPr txBox="1"/>
          <p:nvPr/>
        </p:nvSpPr>
        <p:spPr>
          <a:xfrm>
            <a:off x="2866041" y="5118644"/>
            <a:ext cx="30759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FFFFFF"/>
                </a:solidFill>
                <a:latin typeface="TT Supermolot Neue Expanded Bold"/>
              </a:rPr>
              <a:t>/map</a:t>
            </a:r>
            <a:endParaRPr lang="ru-RU" sz="7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12ECC8-48C7-49D9-941E-D154D8417686}"/>
              </a:ext>
            </a:extLst>
          </p:cNvPr>
          <p:cNvSpPr txBox="1"/>
          <p:nvPr/>
        </p:nvSpPr>
        <p:spPr>
          <a:xfrm>
            <a:off x="2369306" y="7584690"/>
            <a:ext cx="49074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TT Supermolot Neue Expanded Bold"/>
              </a:rPr>
              <a:t>/weather</a:t>
            </a:r>
            <a:endParaRPr lang="ru-RU" sz="6000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A3DEEA9-4037-C21A-6CF1-04410EA82A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" t="3046" r="-17" b="1701"/>
          <a:stretch/>
        </p:blipFill>
        <p:spPr>
          <a:xfrm>
            <a:off x="12196523" y="2167808"/>
            <a:ext cx="3383902" cy="7162798"/>
          </a:xfrm>
          <a:prstGeom prst="roundRect">
            <a:avLst>
              <a:gd name="adj" fmla="val 1008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DC68A19-7F66-A194-687D-52386EA7A4F2}"/>
              </a:ext>
            </a:extLst>
          </p:cNvPr>
          <p:cNvSpPr/>
          <p:nvPr/>
        </p:nvSpPr>
        <p:spPr>
          <a:xfrm>
            <a:off x="8226607" y="4832780"/>
            <a:ext cx="1834265" cy="184063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0C1520-816C-2C6A-EE0E-E95DAC964B42}"/>
              </a:ext>
            </a:extLst>
          </p:cNvPr>
          <p:cNvSpPr txBox="1"/>
          <p:nvPr/>
        </p:nvSpPr>
        <p:spPr>
          <a:xfrm>
            <a:off x="8540292" y="5118644"/>
            <a:ext cx="12558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FFFFFF"/>
                </a:solidFill>
                <a:latin typeface="TT Supermolot Neue Expanded Bold"/>
              </a:rPr>
              <a:t>AI</a:t>
            </a:r>
            <a:endParaRPr lang="ru-RU" sz="7200" dirty="0"/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9BC378E1-2C54-5395-1482-B8B594C0E1E9}"/>
              </a:ext>
            </a:extLst>
          </p:cNvPr>
          <p:cNvCxnSpPr>
            <a:cxnSpLocks/>
          </p:cNvCxnSpPr>
          <p:nvPr/>
        </p:nvCxnSpPr>
        <p:spPr>
          <a:xfrm>
            <a:off x="10210800" y="5749206"/>
            <a:ext cx="1662882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9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374468">
            <a:off x="-9160242" y="-2306139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3026559" y="1272059"/>
            <a:ext cx="12234868" cy="92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ru-RU" sz="140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Решение</a:t>
            </a: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  <p:sp>
        <p:nvSpPr>
          <p:cNvPr id="4" name="Freeform 4"/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2247892" y="2656988"/>
            <a:ext cx="13792203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800" b="1" dirty="0">
                <a:solidFill>
                  <a:srgbClr val="FFFFFF"/>
                </a:solidFill>
                <a:latin typeface="TT Supermolot Neue Expanded Bold"/>
                <a:sym typeface="Touvlo"/>
              </a:rPr>
              <a:t>Обучение нейросети, на базе которой формируются ответы нашего бота</a:t>
            </a:r>
            <a:endParaRPr lang="en-US" sz="4800" b="1" dirty="0">
              <a:solidFill>
                <a:srgbClr val="FFFFFF"/>
              </a:solidFill>
              <a:latin typeface="TT Supermolot Neue Expanded Bold"/>
              <a:sym typeface="Touv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492E4-4EC2-4DB0-8C14-D6C1F5F1366C}"/>
              </a:ext>
            </a:extLst>
          </p:cNvPr>
          <p:cNvSpPr txBox="1"/>
          <p:nvPr/>
        </p:nvSpPr>
        <p:spPr>
          <a:xfrm>
            <a:off x="2461251" y="4976190"/>
            <a:ext cx="126629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rgbClr val="FFFFFF"/>
                </a:solidFill>
                <a:latin typeface="TT Supermolot Neue Expanded Bold"/>
              </a:rPr>
              <a:t>Интеграция с картографическими и информационными сервисами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10510-2DAF-4261-84DE-E6970742BA99}"/>
              </a:ext>
            </a:extLst>
          </p:cNvPr>
          <p:cNvSpPr txBox="1"/>
          <p:nvPr/>
        </p:nvSpPr>
        <p:spPr>
          <a:xfrm>
            <a:off x="2637224" y="7310671"/>
            <a:ext cx="130135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rgbClr val="FFFFFF"/>
                </a:solidFill>
                <a:latin typeface="TT Supermolot Neue Expanded Bold"/>
              </a:rPr>
              <a:t>Персонализированные рекомендации по предпочтениям пользователей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240EEF2-950F-4B7C-A639-0AE527F943AE}"/>
              </a:ext>
            </a:extLst>
          </p:cNvPr>
          <p:cNvSpPr/>
          <p:nvPr/>
        </p:nvSpPr>
        <p:spPr>
          <a:xfrm>
            <a:off x="2381244" y="2471506"/>
            <a:ext cx="13525504" cy="193225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1297D7B-AF15-487F-9477-B7E66EAFC2DD}"/>
              </a:ext>
            </a:extLst>
          </p:cNvPr>
          <p:cNvSpPr/>
          <p:nvPr/>
        </p:nvSpPr>
        <p:spPr>
          <a:xfrm>
            <a:off x="2381244" y="4794891"/>
            <a:ext cx="13525503" cy="193225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37EA560-C29E-4022-A17C-4CB8895449A1}"/>
              </a:ext>
            </a:extLst>
          </p:cNvPr>
          <p:cNvSpPr/>
          <p:nvPr/>
        </p:nvSpPr>
        <p:spPr>
          <a:xfrm>
            <a:off x="2381243" y="7140923"/>
            <a:ext cx="13525503" cy="1932259"/>
          </a:xfrm>
          <a:prstGeom prst="roundRect">
            <a:avLst/>
          </a:prstGeom>
          <a:noFill/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069DF38-6E22-4C2E-8CA9-E7364515D9FC}"/>
              </a:ext>
            </a:extLst>
          </p:cNvPr>
          <p:cNvCxnSpPr/>
          <p:nvPr/>
        </p:nvCxnSpPr>
        <p:spPr>
          <a:xfrm>
            <a:off x="-152400" y="33909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194722C-6BDA-4857-8741-AF49FBFF4D5A}"/>
              </a:ext>
            </a:extLst>
          </p:cNvPr>
          <p:cNvCxnSpPr/>
          <p:nvPr/>
        </p:nvCxnSpPr>
        <p:spPr>
          <a:xfrm>
            <a:off x="-152400" y="5753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57ECB56-4099-4329-911A-180C81DB91A9}"/>
              </a:ext>
            </a:extLst>
          </p:cNvPr>
          <p:cNvCxnSpPr/>
          <p:nvPr/>
        </p:nvCxnSpPr>
        <p:spPr>
          <a:xfrm>
            <a:off x="-152400" y="8039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65365BC-2372-4CE7-B263-90D26047D9A0}"/>
              </a:ext>
            </a:extLst>
          </p:cNvPr>
          <p:cNvCxnSpPr>
            <a:cxnSpLocks/>
          </p:cNvCxnSpPr>
          <p:nvPr/>
        </p:nvCxnSpPr>
        <p:spPr>
          <a:xfrm>
            <a:off x="16306800" y="3423745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AE38EC9-3AFB-4B1A-A06E-7F3DC3EBFE18}"/>
              </a:ext>
            </a:extLst>
          </p:cNvPr>
          <p:cNvCxnSpPr>
            <a:cxnSpLocks/>
          </p:cNvCxnSpPr>
          <p:nvPr/>
        </p:nvCxnSpPr>
        <p:spPr>
          <a:xfrm>
            <a:off x="16306800" y="2890345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992707D-228F-4BCA-9E75-E83A281D9AEA}"/>
              </a:ext>
            </a:extLst>
          </p:cNvPr>
          <p:cNvCxnSpPr>
            <a:cxnSpLocks/>
          </p:cNvCxnSpPr>
          <p:nvPr/>
        </p:nvCxnSpPr>
        <p:spPr>
          <a:xfrm>
            <a:off x="16306800" y="5753100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EDD81B5-91DA-4CBF-B249-017FC9C5D0BE}"/>
              </a:ext>
            </a:extLst>
          </p:cNvPr>
          <p:cNvCxnSpPr>
            <a:cxnSpLocks/>
          </p:cNvCxnSpPr>
          <p:nvPr/>
        </p:nvCxnSpPr>
        <p:spPr>
          <a:xfrm>
            <a:off x="16306800" y="5219700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C655879-AA80-416B-8977-1E7061C1375F}"/>
              </a:ext>
            </a:extLst>
          </p:cNvPr>
          <p:cNvCxnSpPr>
            <a:cxnSpLocks/>
          </p:cNvCxnSpPr>
          <p:nvPr/>
        </p:nvCxnSpPr>
        <p:spPr>
          <a:xfrm>
            <a:off x="16306800" y="8103476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5CEA0C7-D1DD-4692-A22D-FBD5CB9D0A9C}"/>
              </a:ext>
            </a:extLst>
          </p:cNvPr>
          <p:cNvCxnSpPr>
            <a:cxnSpLocks/>
          </p:cNvCxnSpPr>
          <p:nvPr/>
        </p:nvCxnSpPr>
        <p:spPr>
          <a:xfrm>
            <a:off x="16306800" y="7570076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30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FC0892FA-6C63-FE4E-2B5E-AD45C05C7480}"/>
              </a:ext>
            </a:extLst>
          </p:cNvPr>
          <p:cNvSpPr/>
          <p:nvPr/>
        </p:nvSpPr>
        <p:spPr>
          <a:xfrm>
            <a:off x="2209800" y="2628904"/>
            <a:ext cx="14630400" cy="6553194"/>
          </a:xfrm>
          <a:prstGeom prst="roundRect">
            <a:avLst>
              <a:gd name="adj" fmla="val 2920"/>
            </a:avLst>
          </a:prstGeom>
          <a:solidFill>
            <a:schemeClr val="bg1"/>
          </a:solidFill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reeform 2"/>
          <p:cNvSpPr/>
          <p:nvPr/>
        </p:nvSpPr>
        <p:spPr>
          <a:xfrm rot="-7374468">
            <a:off x="-9142676" y="-2329902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990600" y="1321216"/>
            <a:ext cx="17449800" cy="15455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140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Weather and Map</a:t>
            </a:r>
          </a:p>
          <a:p>
            <a:pPr algn="ctr">
              <a:lnSpc>
                <a:spcPts val="4800"/>
              </a:lnSpc>
            </a:pP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069DF38-6E22-4C2E-8CA9-E7364515D9FC}"/>
              </a:ext>
            </a:extLst>
          </p:cNvPr>
          <p:cNvCxnSpPr>
            <a:cxnSpLocks/>
          </p:cNvCxnSpPr>
          <p:nvPr/>
        </p:nvCxnSpPr>
        <p:spPr>
          <a:xfrm>
            <a:off x="-152400" y="3423745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194722C-6BDA-4857-8741-AF49FBFF4D5A}"/>
              </a:ext>
            </a:extLst>
          </p:cNvPr>
          <p:cNvCxnSpPr/>
          <p:nvPr/>
        </p:nvCxnSpPr>
        <p:spPr>
          <a:xfrm>
            <a:off x="-152400" y="5753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57ECB56-4099-4329-911A-180C81DB91A9}"/>
              </a:ext>
            </a:extLst>
          </p:cNvPr>
          <p:cNvCxnSpPr/>
          <p:nvPr/>
        </p:nvCxnSpPr>
        <p:spPr>
          <a:xfrm>
            <a:off x="-152400" y="8100478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65365BC-2372-4CE7-B263-90D26047D9A0}"/>
              </a:ext>
            </a:extLst>
          </p:cNvPr>
          <p:cNvCxnSpPr>
            <a:cxnSpLocks/>
          </p:cNvCxnSpPr>
          <p:nvPr/>
        </p:nvCxnSpPr>
        <p:spPr>
          <a:xfrm>
            <a:off x="17068800" y="3423745"/>
            <a:ext cx="1371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AE38EC9-3AFB-4B1A-A06E-7F3DC3EBFE18}"/>
              </a:ext>
            </a:extLst>
          </p:cNvPr>
          <p:cNvCxnSpPr>
            <a:cxnSpLocks/>
          </p:cNvCxnSpPr>
          <p:nvPr/>
        </p:nvCxnSpPr>
        <p:spPr>
          <a:xfrm>
            <a:off x="17054945" y="2890345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992707D-228F-4BCA-9E75-E83A281D9AEA}"/>
              </a:ext>
            </a:extLst>
          </p:cNvPr>
          <p:cNvCxnSpPr>
            <a:cxnSpLocks/>
          </p:cNvCxnSpPr>
          <p:nvPr/>
        </p:nvCxnSpPr>
        <p:spPr>
          <a:xfrm>
            <a:off x="17068800" y="5753100"/>
            <a:ext cx="1371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EDD81B5-91DA-4CBF-B249-017FC9C5D0BE}"/>
              </a:ext>
            </a:extLst>
          </p:cNvPr>
          <p:cNvCxnSpPr>
            <a:cxnSpLocks/>
          </p:cNvCxnSpPr>
          <p:nvPr/>
        </p:nvCxnSpPr>
        <p:spPr>
          <a:xfrm>
            <a:off x="17054945" y="5219700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C655879-AA80-416B-8977-1E7061C1375F}"/>
              </a:ext>
            </a:extLst>
          </p:cNvPr>
          <p:cNvCxnSpPr>
            <a:cxnSpLocks/>
          </p:cNvCxnSpPr>
          <p:nvPr/>
        </p:nvCxnSpPr>
        <p:spPr>
          <a:xfrm>
            <a:off x="17068800" y="8100478"/>
            <a:ext cx="1371600" cy="2998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5CEA0C7-D1DD-4692-A22D-FBD5CB9D0A9C}"/>
              </a:ext>
            </a:extLst>
          </p:cNvPr>
          <p:cNvCxnSpPr>
            <a:cxnSpLocks/>
          </p:cNvCxnSpPr>
          <p:nvPr/>
        </p:nvCxnSpPr>
        <p:spPr>
          <a:xfrm>
            <a:off x="17054945" y="7567078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1CC5F90-3267-5459-0229-68D3BA3A13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24"/>
          <a:stretch/>
        </p:blipFill>
        <p:spPr>
          <a:xfrm>
            <a:off x="2401421" y="2809012"/>
            <a:ext cx="2912465" cy="623113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3DA38E1-8055-DCA5-B4CA-23541BCDBC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594"/>
          <a:stretch/>
        </p:blipFill>
        <p:spPr>
          <a:xfrm>
            <a:off x="5270730" y="2809012"/>
            <a:ext cx="2908431" cy="623086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5785D3-7A17-20EA-A280-EBDCC888FE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594"/>
          <a:stretch/>
        </p:blipFill>
        <p:spPr>
          <a:xfrm>
            <a:off x="8148987" y="2809012"/>
            <a:ext cx="2908431" cy="623086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C477FB5-9F50-B58C-34AE-BF215884616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540"/>
          <a:stretch/>
        </p:blipFill>
        <p:spPr>
          <a:xfrm>
            <a:off x="10985680" y="2809012"/>
            <a:ext cx="2906787" cy="623084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B790DE8-1925-75F1-E2D1-A14EFACC91D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722"/>
          <a:stretch/>
        </p:blipFill>
        <p:spPr>
          <a:xfrm>
            <a:off x="13863937" y="2806122"/>
            <a:ext cx="2889882" cy="623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946D6BAB-BD47-B17F-860A-C681234EF142}"/>
              </a:ext>
            </a:extLst>
          </p:cNvPr>
          <p:cNvSpPr/>
          <p:nvPr/>
        </p:nvSpPr>
        <p:spPr>
          <a:xfrm>
            <a:off x="2182527" y="1943103"/>
            <a:ext cx="14124265" cy="7690200"/>
          </a:xfrm>
          <a:prstGeom prst="roundRect">
            <a:avLst>
              <a:gd name="adj" fmla="val 2920"/>
            </a:avLst>
          </a:prstGeom>
          <a:solidFill>
            <a:schemeClr val="bg1"/>
          </a:solidFill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reeform 2"/>
          <p:cNvSpPr/>
          <p:nvPr/>
        </p:nvSpPr>
        <p:spPr>
          <a:xfrm rot="-7374468">
            <a:off x="-9142676" y="-2329902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2214001" y="1099141"/>
            <a:ext cx="14124265" cy="92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140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Events and AI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069DF38-6E22-4C2E-8CA9-E7364515D9FC}"/>
              </a:ext>
            </a:extLst>
          </p:cNvPr>
          <p:cNvCxnSpPr>
            <a:cxnSpLocks/>
          </p:cNvCxnSpPr>
          <p:nvPr/>
        </p:nvCxnSpPr>
        <p:spPr>
          <a:xfrm>
            <a:off x="-152400" y="3423745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194722C-6BDA-4857-8741-AF49FBFF4D5A}"/>
              </a:ext>
            </a:extLst>
          </p:cNvPr>
          <p:cNvCxnSpPr/>
          <p:nvPr/>
        </p:nvCxnSpPr>
        <p:spPr>
          <a:xfrm>
            <a:off x="-152400" y="5753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57ECB56-4099-4329-911A-180C81DB91A9}"/>
              </a:ext>
            </a:extLst>
          </p:cNvPr>
          <p:cNvCxnSpPr/>
          <p:nvPr/>
        </p:nvCxnSpPr>
        <p:spPr>
          <a:xfrm>
            <a:off x="-152400" y="8100478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65365BC-2372-4CE7-B263-90D26047D9A0}"/>
              </a:ext>
            </a:extLst>
          </p:cNvPr>
          <p:cNvCxnSpPr>
            <a:cxnSpLocks/>
          </p:cNvCxnSpPr>
          <p:nvPr/>
        </p:nvCxnSpPr>
        <p:spPr>
          <a:xfrm>
            <a:off x="16535400" y="3423745"/>
            <a:ext cx="19050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AE38EC9-3AFB-4B1A-A06E-7F3DC3EBFE18}"/>
              </a:ext>
            </a:extLst>
          </p:cNvPr>
          <p:cNvCxnSpPr>
            <a:cxnSpLocks/>
          </p:cNvCxnSpPr>
          <p:nvPr/>
        </p:nvCxnSpPr>
        <p:spPr>
          <a:xfrm>
            <a:off x="16535400" y="2890345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992707D-228F-4BCA-9E75-E83A281D9AEA}"/>
              </a:ext>
            </a:extLst>
          </p:cNvPr>
          <p:cNvCxnSpPr>
            <a:cxnSpLocks/>
          </p:cNvCxnSpPr>
          <p:nvPr/>
        </p:nvCxnSpPr>
        <p:spPr>
          <a:xfrm>
            <a:off x="16535400" y="5753100"/>
            <a:ext cx="19050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EDD81B5-91DA-4CBF-B249-017FC9C5D0BE}"/>
              </a:ext>
            </a:extLst>
          </p:cNvPr>
          <p:cNvCxnSpPr>
            <a:cxnSpLocks/>
          </p:cNvCxnSpPr>
          <p:nvPr/>
        </p:nvCxnSpPr>
        <p:spPr>
          <a:xfrm>
            <a:off x="16535400" y="5219700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C655879-AA80-416B-8977-1E7061C1375F}"/>
              </a:ext>
            </a:extLst>
          </p:cNvPr>
          <p:cNvCxnSpPr>
            <a:cxnSpLocks/>
          </p:cNvCxnSpPr>
          <p:nvPr/>
        </p:nvCxnSpPr>
        <p:spPr>
          <a:xfrm>
            <a:off x="16535400" y="8100478"/>
            <a:ext cx="1905000" cy="2998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5CEA0C7-D1DD-4692-A22D-FBD5CB9D0A9C}"/>
              </a:ext>
            </a:extLst>
          </p:cNvPr>
          <p:cNvCxnSpPr>
            <a:cxnSpLocks/>
          </p:cNvCxnSpPr>
          <p:nvPr/>
        </p:nvCxnSpPr>
        <p:spPr>
          <a:xfrm>
            <a:off x="16535400" y="7567078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CA02B27-E1B1-B8B8-9802-E083C85003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67"/>
          <a:stretch/>
        </p:blipFill>
        <p:spPr>
          <a:xfrm>
            <a:off x="2382257" y="2138544"/>
            <a:ext cx="3474642" cy="739969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36BF278-115F-131A-71FF-5A2D2FA058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167"/>
          <a:stretch/>
        </p:blipFill>
        <p:spPr>
          <a:xfrm>
            <a:off x="12705108" y="2135893"/>
            <a:ext cx="3452321" cy="739065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0FABE50-7E47-C5FA-3D96-5DEC0D36051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445"/>
          <a:stretch/>
        </p:blipFill>
        <p:spPr>
          <a:xfrm>
            <a:off x="5856788" y="2131372"/>
            <a:ext cx="3484741" cy="739969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D410FA6-8318-A3BA-6FFB-CEAD83CA99F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445"/>
          <a:stretch/>
        </p:blipFill>
        <p:spPr>
          <a:xfrm>
            <a:off x="9325264" y="2138544"/>
            <a:ext cx="3484741" cy="739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8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CE986-D5D6-326E-2F8F-2EA45E15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70211893-C17E-8074-D528-BCFA01541517}"/>
              </a:ext>
            </a:extLst>
          </p:cNvPr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E5563AA-4EB4-0B70-F5B7-97CAB488690D}"/>
              </a:ext>
            </a:extLst>
          </p:cNvPr>
          <p:cNvSpPr/>
          <p:nvPr/>
        </p:nvSpPr>
        <p:spPr>
          <a:xfrm>
            <a:off x="2182527" y="1943103"/>
            <a:ext cx="14124265" cy="7690200"/>
          </a:xfrm>
          <a:prstGeom prst="roundRect">
            <a:avLst>
              <a:gd name="adj" fmla="val 2920"/>
            </a:avLst>
          </a:prstGeom>
          <a:solidFill>
            <a:schemeClr val="bg1"/>
          </a:solidFill>
          <a:ln w="73025">
            <a:solidFill>
              <a:srgbClr val="01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E7A0AD29-3D2F-AFF2-98CA-2333A5215A3A}"/>
              </a:ext>
            </a:extLst>
          </p:cNvPr>
          <p:cNvSpPr/>
          <p:nvPr/>
        </p:nvSpPr>
        <p:spPr>
          <a:xfrm rot="-7374468">
            <a:off x="-9142676" y="-2329902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185F079-9289-7156-DA2E-98D89BFD278D}"/>
              </a:ext>
            </a:extLst>
          </p:cNvPr>
          <p:cNvSpPr txBox="1"/>
          <p:nvPr/>
        </p:nvSpPr>
        <p:spPr>
          <a:xfrm>
            <a:off x="860567" y="1099140"/>
            <a:ext cx="16566866" cy="92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ru-RU" sz="140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Персонализация</a:t>
            </a: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72945C0-3FB8-7F73-4A6D-C64F0BF0B84C}"/>
              </a:ext>
            </a:extLst>
          </p:cNvPr>
          <p:cNvCxnSpPr>
            <a:cxnSpLocks/>
          </p:cNvCxnSpPr>
          <p:nvPr/>
        </p:nvCxnSpPr>
        <p:spPr>
          <a:xfrm>
            <a:off x="-152400" y="3423745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170CBA08-79E9-1D45-8708-6AC0EF8F175E}"/>
              </a:ext>
            </a:extLst>
          </p:cNvPr>
          <p:cNvCxnSpPr/>
          <p:nvPr/>
        </p:nvCxnSpPr>
        <p:spPr>
          <a:xfrm>
            <a:off x="-152400" y="5753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FD9039F-C24E-CCCE-1C60-974DE8A559BD}"/>
              </a:ext>
            </a:extLst>
          </p:cNvPr>
          <p:cNvCxnSpPr/>
          <p:nvPr/>
        </p:nvCxnSpPr>
        <p:spPr>
          <a:xfrm>
            <a:off x="-152400" y="8100478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4D33C67-601A-0BE0-9341-AC4D8D3DA695}"/>
              </a:ext>
            </a:extLst>
          </p:cNvPr>
          <p:cNvCxnSpPr>
            <a:cxnSpLocks/>
          </p:cNvCxnSpPr>
          <p:nvPr/>
        </p:nvCxnSpPr>
        <p:spPr>
          <a:xfrm>
            <a:off x="16535400" y="3423745"/>
            <a:ext cx="19050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784B888-78D8-D92C-84AF-9761D67BF0BF}"/>
              </a:ext>
            </a:extLst>
          </p:cNvPr>
          <p:cNvCxnSpPr>
            <a:cxnSpLocks/>
          </p:cNvCxnSpPr>
          <p:nvPr/>
        </p:nvCxnSpPr>
        <p:spPr>
          <a:xfrm>
            <a:off x="16535400" y="2890345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EE43D48-19A3-0738-5B49-345F22DB0BF2}"/>
              </a:ext>
            </a:extLst>
          </p:cNvPr>
          <p:cNvCxnSpPr>
            <a:cxnSpLocks/>
          </p:cNvCxnSpPr>
          <p:nvPr/>
        </p:nvCxnSpPr>
        <p:spPr>
          <a:xfrm>
            <a:off x="16535400" y="5753100"/>
            <a:ext cx="19050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2B5796BA-7F2B-5962-7C45-75792121D3CC}"/>
              </a:ext>
            </a:extLst>
          </p:cNvPr>
          <p:cNvCxnSpPr>
            <a:cxnSpLocks/>
          </p:cNvCxnSpPr>
          <p:nvPr/>
        </p:nvCxnSpPr>
        <p:spPr>
          <a:xfrm>
            <a:off x="16535400" y="5219700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B24D8875-1333-F1E7-8FC6-BE95B120F4D8}"/>
              </a:ext>
            </a:extLst>
          </p:cNvPr>
          <p:cNvCxnSpPr>
            <a:cxnSpLocks/>
          </p:cNvCxnSpPr>
          <p:nvPr/>
        </p:nvCxnSpPr>
        <p:spPr>
          <a:xfrm>
            <a:off x="16535400" y="8100478"/>
            <a:ext cx="1905000" cy="2998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7A08DBE8-6CE8-7EC4-3308-EB1779D1BE39}"/>
              </a:ext>
            </a:extLst>
          </p:cNvPr>
          <p:cNvCxnSpPr>
            <a:cxnSpLocks/>
          </p:cNvCxnSpPr>
          <p:nvPr/>
        </p:nvCxnSpPr>
        <p:spPr>
          <a:xfrm>
            <a:off x="16535400" y="7567078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4A0E3E-B363-0727-8A6A-71368BEB9E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56"/>
          <a:stretch/>
        </p:blipFill>
        <p:spPr>
          <a:xfrm>
            <a:off x="2479911" y="2204761"/>
            <a:ext cx="3366682" cy="725291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CB4297A-3B86-8518-99C7-13305D9E29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056"/>
          <a:stretch/>
        </p:blipFill>
        <p:spPr>
          <a:xfrm>
            <a:off x="5832739" y="2204761"/>
            <a:ext cx="3366682" cy="725292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34CA044-954C-081B-CFDE-13C4E4B611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056"/>
          <a:stretch/>
        </p:blipFill>
        <p:spPr>
          <a:xfrm>
            <a:off x="9178582" y="2204760"/>
            <a:ext cx="3366682" cy="72529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AEF2D9F-D575-0FFE-FE1D-1E3AF72626C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056"/>
          <a:stretch/>
        </p:blipFill>
        <p:spPr>
          <a:xfrm>
            <a:off x="12504784" y="2204760"/>
            <a:ext cx="3366682" cy="72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2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" name="Freeform 2"/>
          <p:cNvSpPr/>
          <p:nvPr/>
        </p:nvSpPr>
        <p:spPr>
          <a:xfrm rot="-7374468">
            <a:off x="-9142676" y="-2329902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590547" y="1199107"/>
            <a:ext cx="17241981" cy="92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ru-RU" sz="14000" b="1" dirty="0" err="1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Доп</a:t>
            </a:r>
            <a:r>
              <a:rPr lang="ru-RU" sz="140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 обучение ИИ</a:t>
            </a:r>
            <a:endParaRPr lang="en-US" sz="14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069DF38-6E22-4C2E-8CA9-E7364515D9FC}"/>
              </a:ext>
            </a:extLst>
          </p:cNvPr>
          <p:cNvCxnSpPr>
            <a:cxnSpLocks/>
          </p:cNvCxnSpPr>
          <p:nvPr/>
        </p:nvCxnSpPr>
        <p:spPr>
          <a:xfrm>
            <a:off x="-152400" y="3423745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194722C-6BDA-4857-8741-AF49FBFF4D5A}"/>
              </a:ext>
            </a:extLst>
          </p:cNvPr>
          <p:cNvCxnSpPr/>
          <p:nvPr/>
        </p:nvCxnSpPr>
        <p:spPr>
          <a:xfrm>
            <a:off x="-152400" y="5753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57ECB56-4099-4329-911A-180C81DB91A9}"/>
              </a:ext>
            </a:extLst>
          </p:cNvPr>
          <p:cNvCxnSpPr/>
          <p:nvPr/>
        </p:nvCxnSpPr>
        <p:spPr>
          <a:xfrm>
            <a:off x="-152400" y="8100478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65365BC-2372-4CE7-B263-90D26047D9A0}"/>
              </a:ext>
            </a:extLst>
          </p:cNvPr>
          <p:cNvCxnSpPr>
            <a:cxnSpLocks/>
          </p:cNvCxnSpPr>
          <p:nvPr/>
        </p:nvCxnSpPr>
        <p:spPr>
          <a:xfrm>
            <a:off x="16306800" y="3423745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AE38EC9-3AFB-4B1A-A06E-7F3DC3EBFE18}"/>
              </a:ext>
            </a:extLst>
          </p:cNvPr>
          <p:cNvCxnSpPr>
            <a:cxnSpLocks/>
          </p:cNvCxnSpPr>
          <p:nvPr/>
        </p:nvCxnSpPr>
        <p:spPr>
          <a:xfrm>
            <a:off x="16306800" y="2890345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992707D-228F-4BCA-9E75-E83A281D9AEA}"/>
              </a:ext>
            </a:extLst>
          </p:cNvPr>
          <p:cNvCxnSpPr>
            <a:cxnSpLocks/>
          </p:cNvCxnSpPr>
          <p:nvPr/>
        </p:nvCxnSpPr>
        <p:spPr>
          <a:xfrm>
            <a:off x="16306800" y="5753100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EDD81B5-91DA-4CBF-B249-017FC9C5D0BE}"/>
              </a:ext>
            </a:extLst>
          </p:cNvPr>
          <p:cNvCxnSpPr>
            <a:cxnSpLocks/>
          </p:cNvCxnSpPr>
          <p:nvPr/>
        </p:nvCxnSpPr>
        <p:spPr>
          <a:xfrm>
            <a:off x="16306800" y="5219700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C655879-AA80-416B-8977-1E7061C1375F}"/>
              </a:ext>
            </a:extLst>
          </p:cNvPr>
          <p:cNvCxnSpPr>
            <a:cxnSpLocks/>
          </p:cNvCxnSpPr>
          <p:nvPr/>
        </p:nvCxnSpPr>
        <p:spPr>
          <a:xfrm>
            <a:off x="16306800" y="8103476"/>
            <a:ext cx="21336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5CEA0C7-D1DD-4692-A22D-FBD5CB9D0A9C}"/>
              </a:ext>
            </a:extLst>
          </p:cNvPr>
          <p:cNvCxnSpPr>
            <a:cxnSpLocks/>
          </p:cNvCxnSpPr>
          <p:nvPr/>
        </p:nvCxnSpPr>
        <p:spPr>
          <a:xfrm>
            <a:off x="16306800" y="7570076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зображение выглядит как текст, снимок экрана, программное обеспечение, Значок на компьютере&#10;&#10;Автоматически созданное описание">
            <a:extLst>
              <a:ext uri="{FF2B5EF4-FFF2-40B4-BE49-F238E27FC236}">
                <a16:creationId xmlns:a16="http://schemas.microsoft.com/office/drawing/2014/main" id="{488FA2AB-CB87-A95D-B3F5-416B1FA16E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481" y="2215818"/>
            <a:ext cx="13276115" cy="7467815"/>
          </a:xfrm>
          <a:prstGeom prst="roundRect">
            <a:avLst>
              <a:gd name="adj" fmla="val 3872"/>
            </a:avLst>
          </a:prstGeom>
          <a:ln w="63500">
            <a:solidFill>
              <a:srgbClr val="01FFFF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7287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6845428">
            <a:off x="11864875" y="6512527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" name="Freeform 2"/>
          <p:cNvSpPr/>
          <p:nvPr/>
        </p:nvSpPr>
        <p:spPr>
          <a:xfrm rot="-7374468">
            <a:off x="-9142676" y="-2329902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50" y="0"/>
                </a:lnTo>
                <a:lnTo>
                  <a:pt x="12846250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38101" y="1395946"/>
            <a:ext cx="18211797" cy="8631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ru-RU" sz="120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Загрузка на сервер</a:t>
            </a:r>
            <a:endParaRPr lang="en-US" sz="12000" b="1" dirty="0">
              <a:solidFill>
                <a:srgbClr val="01FFFF"/>
              </a:solidFill>
              <a:latin typeface="TT Supermolot Neue Expanded Bold"/>
              <a:sym typeface="TT Supermolot Neue Expanded Bold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069DF38-6E22-4C2E-8CA9-E7364515D9FC}"/>
              </a:ext>
            </a:extLst>
          </p:cNvPr>
          <p:cNvCxnSpPr>
            <a:cxnSpLocks/>
          </p:cNvCxnSpPr>
          <p:nvPr/>
        </p:nvCxnSpPr>
        <p:spPr>
          <a:xfrm>
            <a:off x="-152400" y="3423745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194722C-6BDA-4857-8741-AF49FBFF4D5A}"/>
              </a:ext>
            </a:extLst>
          </p:cNvPr>
          <p:cNvCxnSpPr/>
          <p:nvPr/>
        </p:nvCxnSpPr>
        <p:spPr>
          <a:xfrm>
            <a:off x="-152400" y="5753100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57ECB56-4099-4329-911A-180C81DB91A9}"/>
              </a:ext>
            </a:extLst>
          </p:cNvPr>
          <p:cNvCxnSpPr/>
          <p:nvPr/>
        </p:nvCxnSpPr>
        <p:spPr>
          <a:xfrm>
            <a:off x="-152400" y="8100478"/>
            <a:ext cx="2286000" cy="0"/>
          </a:xfrm>
          <a:prstGeom prst="straightConnector1">
            <a:avLst/>
          </a:prstGeom>
          <a:ln w="76200">
            <a:solidFill>
              <a:srgbClr val="01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65365BC-2372-4CE7-B263-90D26047D9A0}"/>
              </a:ext>
            </a:extLst>
          </p:cNvPr>
          <p:cNvCxnSpPr>
            <a:cxnSpLocks/>
          </p:cNvCxnSpPr>
          <p:nvPr/>
        </p:nvCxnSpPr>
        <p:spPr>
          <a:xfrm>
            <a:off x="16078200" y="3423745"/>
            <a:ext cx="16764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AE38EC9-3AFB-4B1A-A06E-7F3DC3EBFE18}"/>
              </a:ext>
            </a:extLst>
          </p:cNvPr>
          <p:cNvCxnSpPr>
            <a:cxnSpLocks/>
          </p:cNvCxnSpPr>
          <p:nvPr/>
        </p:nvCxnSpPr>
        <p:spPr>
          <a:xfrm>
            <a:off x="17754600" y="2890345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992707D-228F-4BCA-9E75-E83A281D9AEA}"/>
              </a:ext>
            </a:extLst>
          </p:cNvPr>
          <p:cNvCxnSpPr>
            <a:cxnSpLocks/>
          </p:cNvCxnSpPr>
          <p:nvPr/>
        </p:nvCxnSpPr>
        <p:spPr>
          <a:xfrm>
            <a:off x="16078200" y="5753100"/>
            <a:ext cx="16764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EDD81B5-91DA-4CBF-B249-017FC9C5D0BE}"/>
              </a:ext>
            </a:extLst>
          </p:cNvPr>
          <p:cNvCxnSpPr>
            <a:cxnSpLocks/>
          </p:cNvCxnSpPr>
          <p:nvPr/>
        </p:nvCxnSpPr>
        <p:spPr>
          <a:xfrm>
            <a:off x="17754600" y="5219700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C655879-AA80-416B-8977-1E7061C1375F}"/>
              </a:ext>
            </a:extLst>
          </p:cNvPr>
          <p:cNvCxnSpPr>
            <a:cxnSpLocks/>
          </p:cNvCxnSpPr>
          <p:nvPr/>
        </p:nvCxnSpPr>
        <p:spPr>
          <a:xfrm>
            <a:off x="16078200" y="8100478"/>
            <a:ext cx="1676400" cy="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5CEA0C7-D1DD-4692-A22D-FBD5CB9D0A9C}"/>
              </a:ext>
            </a:extLst>
          </p:cNvPr>
          <p:cNvCxnSpPr>
            <a:cxnSpLocks/>
          </p:cNvCxnSpPr>
          <p:nvPr/>
        </p:nvCxnSpPr>
        <p:spPr>
          <a:xfrm>
            <a:off x="17754600" y="7567078"/>
            <a:ext cx="0" cy="1066800"/>
          </a:xfrm>
          <a:prstGeom prst="line">
            <a:avLst/>
          </a:prstGeom>
          <a:ln w="76200">
            <a:solidFill>
              <a:srgbClr val="01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7A5C0B-EFAA-AB69-BE1B-22200B70D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8077" y="2557757"/>
            <a:ext cx="13091846" cy="6382275"/>
          </a:xfrm>
          <a:prstGeom prst="roundRect">
            <a:avLst>
              <a:gd name="adj" fmla="val 6878"/>
            </a:avLst>
          </a:prstGeom>
          <a:ln w="63500">
            <a:solidFill>
              <a:srgbClr val="01FFFF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7900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29000" y="1733504"/>
            <a:ext cx="12846249" cy="10440497"/>
          </a:xfrm>
          <a:custGeom>
            <a:avLst/>
            <a:gdLst/>
            <a:ahLst/>
            <a:cxnLst/>
            <a:rect l="l" t="t" r="r" b="b"/>
            <a:pathLst>
              <a:path w="12846249" h="10440497">
                <a:moveTo>
                  <a:pt x="0" y="0"/>
                </a:moveTo>
                <a:lnTo>
                  <a:pt x="12846249" y="0"/>
                </a:lnTo>
                <a:lnTo>
                  <a:pt x="12846249" y="10440497"/>
                </a:lnTo>
                <a:lnTo>
                  <a:pt x="0" y="10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-7057520" y="3801030"/>
            <a:ext cx="32848918" cy="3152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69"/>
              </a:lnSpc>
            </a:pPr>
            <a:r>
              <a:rPr lang="ru-RU" sz="9600" b="1" dirty="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Спасибо за внимание </a:t>
            </a:r>
          </a:p>
          <a:p>
            <a:pPr algn="ctr">
              <a:lnSpc>
                <a:spcPts val="12569"/>
              </a:lnSpc>
            </a:pPr>
            <a:endParaRPr lang="en-US" sz="9600" dirty="0">
              <a:sym typeface="TT Supermolot Neue Expanded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093432" y="5536236"/>
            <a:ext cx="8201757" cy="1417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21"/>
              </a:lnSpc>
            </a:pPr>
            <a:endParaRPr lang="en-US" sz="12402" b="1" dirty="0">
              <a:solidFill>
                <a:srgbClr val="01FFFF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3D518-FE0B-4EC0-896B-E183D4EF0904}"/>
              </a:ext>
            </a:extLst>
          </p:cNvPr>
          <p:cNvSpPr txBox="1"/>
          <p:nvPr/>
        </p:nvSpPr>
        <p:spPr>
          <a:xfrm>
            <a:off x="3881601" y="5107094"/>
            <a:ext cx="1052479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solidFill>
                  <a:srgbClr val="01FFFF"/>
                </a:solidFill>
                <a:latin typeface="TT Supermolot Neue Expanded Bold"/>
                <a:sym typeface="TT Supermolot Neue Expanded Bold"/>
              </a:rPr>
              <a:t>No Name Team</a:t>
            </a:r>
          </a:p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100</Words>
  <Application>Microsoft Office PowerPoint</Application>
  <PresentationFormat>Произвольный</PresentationFormat>
  <Paragraphs>34</Paragraphs>
  <Slides>12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TT Supermolot Neue Expanded Bold</vt:lpstr>
      <vt:lpstr>Calibri</vt:lpstr>
      <vt:lpstr>Arial</vt:lpstr>
      <vt:lpstr>Touvlo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Green Futuristic Technology Group Project Presentation</dc:title>
  <dc:creator>владислав голосной</dc:creator>
  <cp:lastModifiedBy>Владислав Голосной</cp:lastModifiedBy>
  <cp:revision>14</cp:revision>
  <dcterms:created xsi:type="dcterms:W3CDTF">2006-08-16T00:00:00Z</dcterms:created>
  <dcterms:modified xsi:type="dcterms:W3CDTF">2024-12-11T15:55:51Z</dcterms:modified>
  <dc:identifier>DAGXWMhokD0</dc:identifier>
</cp:coreProperties>
</file>